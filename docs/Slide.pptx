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28"/>
  </p:normalViewPr>
  <p:slideViewPr>
    <p:cSldViewPr snapToGrid="0" snapToObjects="1">
      <p:cViewPr varScale="1">
        <p:scale>
          <a:sx n="119" d="100"/>
          <a:sy n="119" d="100"/>
        </p:scale>
        <p:origin x="31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960120"/>
            <a:ext cx="1078992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F172A"/>
                </a:solidFill>
                <a:latin typeface="Arial"/>
              </a:rPr>
              <a:t>Mini Learning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64208"/>
            <a:ext cx="98755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475569"/>
                </a:solidFill>
                <a:latin typeface="Arial"/>
              </a:rPr>
              <a:t>A small-scale academic LMS for course management, learning workflow, and progress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212848"/>
            <a:ext cx="19202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2514600"/>
            <a:ext cx="6400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E40AF"/>
                </a:solidFill>
                <a:latin typeface="Arial"/>
              </a:rPr>
              <a:t>Fundamental Project 2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971800"/>
            <a:ext cx="68580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>
                <a:solidFill>
                  <a:srgbClr val="0F172A"/>
                </a:solidFill>
                <a:latin typeface="Arial"/>
              </a:rPr>
              <a:t>Student: Pham Ngoc Huy Hoan (23IT.B062)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2816352"/>
            <a:ext cx="38862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71231" y="2962656"/>
            <a:ext cx="35570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40AF"/>
                </a:solidFill>
                <a:latin typeface="Arial"/>
              </a:rPr>
              <a:t>Core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3328416"/>
            <a:ext cx="3557016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30" b="0">
                <a:solidFill>
                  <a:srgbClr val="475569"/>
                </a:solidFill>
                <a:latin typeface="Arial"/>
              </a:rPr>
              <a:t>Build a practical LMS prototype with real authentication, database, storage, role-based workflows, and progress tracking.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5486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Arial"/>
              </a:rPr>
              <a:t>MiniLMS | Fundamental Project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246120"/>
            <a:ext cx="58521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>
                <a:solidFill>
                  <a:srgbClr val="0F172A"/>
                </a:solidFill>
                <a:latin typeface="Arial"/>
              </a:rPr>
              <a:t>Supervisor: Do Cong Duc, M.Sc.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529584"/>
            <a:ext cx="58521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>
                <a:solidFill>
                  <a:srgbClr val="475569"/>
                </a:solidFill>
                <a:latin typeface="Arial"/>
              </a:rPr>
              <a:t>Da Nang, June 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Arial"/>
              </a:rPr>
              <a:t>Presentation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4241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569"/>
                </a:solidFill>
                <a:latin typeface="Arial"/>
              </a:rPr>
              <a:t>The presentation follows the same order as the report and the live demo.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1018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664208"/>
            <a:ext cx="502920" cy="30175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728216"/>
            <a:ext cx="356616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1E40A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691640"/>
            <a:ext cx="6858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Problem and 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76856"/>
            <a:ext cx="502920" cy="30175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340864"/>
            <a:ext cx="356616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1E40A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304288"/>
            <a:ext cx="6858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System analysis and roles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889504"/>
            <a:ext cx="502920" cy="30175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2953512"/>
            <a:ext cx="356616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1E40A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916936"/>
            <a:ext cx="6858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Architecture and database 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502152"/>
            <a:ext cx="502920" cy="30175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3566160"/>
            <a:ext cx="356616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1E40A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529584"/>
            <a:ext cx="6858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Implementation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114800"/>
            <a:ext cx="502920" cy="30175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4178808"/>
            <a:ext cx="356616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1E40A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142232"/>
            <a:ext cx="6858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Live demo 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727448"/>
            <a:ext cx="502920" cy="301752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4791456"/>
            <a:ext cx="356616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1E40AF"/>
                </a:solidFill>
                <a:latin typeface="Arial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754880"/>
            <a:ext cx="6858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F172A"/>
                </a:solidFill>
                <a:latin typeface="Arial"/>
              </a:rPr>
              <a:t>Conclusion and future work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1965960"/>
            <a:ext cx="3429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99831" y="2112264"/>
            <a:ext cx="30998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40AF"/>
                </a:solidFill>
                <a:latin typeface="Arial"/>
              </a:rPr>
              <a:t>Defense 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9831" y="2478024"/>
            <a:ext cx="3099816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30" b="0">
                <a:solidFill>
                  <a:srgbClr val="475569"/>
                </a:solidFill>
                <a:latin typeface="Arial"/>
              </a:rPr>
              <a:t>Explain every feature from requirement to UI, API, database table, and access rule.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5486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Arial"/>
              </a:rPr>
              <a:t>MiniLMS | Fundamental Project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Arial"/>
              </a:rPr>
              <a:t>Problem and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4241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569"/>
                </a:solidFill>
                <a:latin typeface="Arial"/>
              </a:rPr>
              <a:t>MiniLMS focuses on essential LMS workflows instead of commercial platform complexity.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1018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394960" cy="2377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0F172A"/>
                </a:solidFill>
                <a:latin typeface="Arial"/>
              </a:defRPr>
            </a:pPr>
            <a:r>
              <a:t>Online learning needs organized course content and user management.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0F172A"/>
                </a:solidFill>
                <a:latin typeface="Arial"/>
              </a:defRPr>
            </a:pPr>
            <a:r>
              <a:t>A static course list is not enough for a full-stack project.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0F172A"/>
                </a:solidFill>
                <a:latin typeface="Arial"/>
              </a:defRPr>
            </a:pPr>
            <a:r>
              <a:t>The system must support authentication, role separation, database design, and learning progress.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700">
                <a:solidFill>
                  <a:srgbClr val="0F172A"/>
                </a:solidFill>
                <a:latin typeface="Arial"/>
              </a:defRPr>
            </a:pPr>
            <a:r>
              <a:t>The project target is a small but complete academic LMS prototype.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664208"/>
            <a:ext cx="4526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93992" y="1810512"/>
            <a:ext cx="41970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40AF"/>
                </a:solidFill>
                <a:latin typeface="Arial"/>
              </a:rPr>
              <a:t>Main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3992" y="2176272"/>
            <a:ext cx="4197096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30" b="0">
                <a:solidFill>
                  <a:srgbClr val="475569"/>
                </a:solidFill>
                <a:latin typeface="Arial"/>
              </a:rPr>
              <a:t>Implement a complete web application where instructors manage courses, students learn lessons, and administrators manage users.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3090672"/>
            <a:ext cx="4526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93992" y="3236976"/>
            <a:ext cx="41970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172A"/>
                </a:solidFill>
                <a:latin typeface="Arial"/>
              </a:rPr>
              <a:t>Technical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3992" y="3602736"/>
            <a:ext cx="4197096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30" b="0">
                <a:solidFill>
                  <a:srgbClr val="475569"/>
                </a:solidFill>
                <a:latin typeface="Arial"/>
              </a:rPr>
              <a:t>Use React for the interface and Supabase for authentication, PostgreSQL database access, and Storage uploads.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4517136"/>
            <a:ext cx="4526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93992" y="4663440"/>
            <a:ext cx="41970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172A"/>
                </a:solidFill>
                <a:latin typeface="Arial"/>
              </a:rPr>
              <a:t>Academic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3992" y="5029200"/>
            <a:ext cx="4197096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30" b="0">
                <a:solidFill>
                  <a:srgbClr val="475569"/>
                </a:solidFill>
                <a:latin typeface="Arial"/>
              </a:rPr>
              <a:t>Make the system easy to explain using roles, use cases, UML diagrams, ERD, testing, and live demo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5486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Arial"/>
              </a:rPr>
              <a:t>MiniLMS | Fundamental Project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Arial"/>
              </a:rPr>
              <a:t>Scope and User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4241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569"/>
                </a:solidFill>
                <a:latin typeface="Arial"/>
              </a:rPr>
              <a:t>The system has three main roles with clear responsibilities.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1018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719072"/>
            <a:ext cx="32918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865376"/>
            <a:ext cx="29626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40AF"/>
                </a:solidFill>
                <a:latin typeface="Arial"/>
              </a:rPr>
              <a:t>Student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31136"/>
            <a:ext cx="2962656" cy="22677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30" b="0">
                <a:solidFill>
                  <a:srgbClr val="475569"/>
                </a:solidFill>
                <a:latin typeface="Arial"/>
              </a:rPr>
              <a:t>Browse catalog
Search and filter courses
Enroll in a course
Open lesson player
Mark lessons complete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19072"/>
            <a:ext cx="32918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9431" y="1865376"/>
            <a:ext cx="29626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40AF"/>
                </a:solidFill>
                <a:latin typeface="Arial"/>
              </a:rPr>
              <a:t>Instructor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231136"/>
            <a:ext cx="2962656" cy="22677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30" b="0">
                <a:solidFill>
                  <a:srgbClr val="475569"/>
                </a:solidFill>
                <a:latin typeface="Arial"/>
              </a:rPr>
              <a:t>Create and edit courses
Manage metadata and outcomes
Upload course cover image
Add lesson outline
Preview course content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19072"/>
            <a:ext cx="32918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2" y="1865376"/>
            <a:ext cx="29626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40AF"/>
                </a:solidFill>
                <a:latin typeface="Arial"/>
              </a:rPr>
              <a:t>Administrator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231136"/>
            <a:ext cx="2962656" cy="22677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30" b="0">
                <a:solidFill>
                  <a:srgbClr val="475569"/>
                </a:solidFill>
                <a:latin typeface="Arial"/>
              </a:rPr>
              <a:t>View system statistics
View role distribution
Manage user roles
Monitor platform data
Prevent self role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75569"/>
                </a:solidFill>
                <a:latin typeface="Arial"/>
              </a:rPr>
              <a:t>Out of scope: quiz, assignment submission, certificate generation, payment, discussion, and advanced analytics.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5486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Arial"/>
              </a:rPr>
              <a:t>MiniLMS | Fundamental Project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Arial"/>
              </a:rPr>
              <a:t>Use Case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4241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569"/>
                </a:solidFill>
                <a:latin typeface="Arial"/>
              </a:rPr>
              <a:t>The use case model separates learning, authoring, and administration functions.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1018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6400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2_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70544"/>
            <a:ext cx="6400800" cy="37569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700784"/>
            <a:ext cx="3931920" cy="3291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Guest can sign up and sign in.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Student performs the learning workflow.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Instructor manages course content.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Administrator manages roles and system overview.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The use case boundary keeps the project scope explainable.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5486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Arial"/>
              </a:rPr>
              <a:t>MiniLMS | Fundamental Project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Arial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4241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569"/>
                </a:solidFill>
                <a:latin typeface="Arial"/>
              </a:rPr>
              <a:t>React handles the client layer; Supabase provides backend services and PostgreSQL storage.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1018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572768"/>
            <a:ext cx="69037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54505"/>
            <a:ext cx="6903720" cy="37970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1664208"/>
            <a:ext cx="3520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82712" y="1810512"/>
            <a:ext cx="31912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40AF"/>
                </a:solidFill>
                <a:latin typeface="Arial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2176272"/>
            <a:ext cx="3191256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30" b="0">
                <a:solidFill>
                  <a:srgbClr val="475569"/>
                </a:solidFill>
                <a:latin typeface="Arial"/>
              </a:rPr>
              <a:t>React, Vite, React Router, Tailwind CSS. It renders pages, forms, protected routes, and the lesson player.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971800"/>
            <a:ext cx="3520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82712" y="3118104"/>
            <a:ext cx="31912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172A"/>
                </a:solidFill>
                <a:latin typeface="Arial"/>
              </a:rPr>
              <a:t>Backend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2712" y="3483864"/>
            <a:ext cx="3191256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30" b="0">
                <a:solidFill>
                  <a:srgbClr val="475569"/>
                </a:solidFill>
                <a:latin typeface="Arial"/>
              </a:rPr>
              <a:t>Supabase Auth manages sessions. Supabase API connects the browser to PostgreSQL and Storage.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4279392"/>
            <a:ext cx="3520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82712" y="4425696"/>
            <a:ext cx="31912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172A"/>
                </a:solidFill>
                <a:latin typeface="Arial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712" y="4791456"/>
            <a:ext cx="3191256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30" b="0">
                <a:solidFill>
                  <a:srgbClr val="475569"/>
                </a:solidFill>
                <a:latin typeface="Arial"/>
              </a:rPr>
              <a:t>PostgreSQL stores profiles, courses, lessons, enrollments, and lesson completions with constraints and triggers.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5486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Arial"/>
              </a:rPr>
              <a:t>MiniLMS | Fundamental Project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Arial"/>
              </a:rP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4241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569"/>
                </a:solidFill>
                <a:latin typeface="Arial"/>
              </a:rPr>
              <a:t>The database keeps user roles, course content, enrollment, and progress data consistent.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1018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517904"/>
            <a:ext cx="6903720" cy="4407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9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45435"/>
            <a:ext cx="6903720" cy="43523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1682496"/>
            <a:ext cx="365760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450">
                <a:solidFill>
                  <a:srgbClr val="0F172A"/>
                </a:solidFill>
                <a:latin typeface="Arial"/>
              </a:defRPr>
            </a:pPr>
            <a:r>
              <a:t>`profiles` extends authenticated users with name and role.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450">
                <a:solidFill>
                  <a:srgbClr val="0F172A"/>
                </a:solidFill>
                <a:latin typeface="Arial"/>
              </a:defRPr>
            </a:pPr>
            <a:r>
              <a:t>`courses` belongs to an instructor.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450">
                <a:solidFill>
                  <a:srgbClr val="0F172A"/>
                </a:solidFill>
                <a:latin typeface="Arial"/>
              </a:defRPr>
            </a:pPr>
            <a:r>
              <a:t>`lessons` belongs to a course and uses `order_index`.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450">
                <a:solidFill>
                  <a:srgbClr val="0F172A"/>
                </a:solidFill>
                <a:latin typeface="Arial"/>
              </a:defRPr>
            </a:pPr>
            <a:r>
              <a:t>`enrollments` stores student-course relationship and progress.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450">
                <a:solidFill>
                  <a:srgbClr val="0F172A"/>
                </a:solidFill>
                <a:latin typeface="Arial"/>
              </a:defRPr>
            </a:pPr>
            <a:r>
              <a:t>`lesson_completions` stores each completed lesson as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5321808"/>
            <a:ext cx="3611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E40AF"/>
                </a:solidFill>
                <a:latin typeface="Arial"/>
              </a:rPr>
              <a:t>Key idea: detailed completions are stored separately from summarized progress.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5486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Arial"/>
              </a:rPr>
              <a:t>MiniLMS | Fundamental Project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Arial"/>
              </a:rPr>
              <a:t>Instructor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4241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569"/>
                </a:solidFill>
                <a:latin typeface="Arial"/>
              </a:rPr>
              <a:t>Course authoring includes metadata, curriculum, image upload, and preview.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1018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61264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7_sequence_course_authoring_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71402"/>
            <a:ext cx="6126480" cy="34809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78040" y="1719072"/>
            <a:ext cx="4206240" cy="3383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Open Manage and choose Create or Edit.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Maintain title, description, category, level, duration, skills, and outcomes.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Add lessons with title, note, and YouTube video URL.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Upload cover image to `course-covers` Storage bucket.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Save public image URL in `courses.thumbnail_url`.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4983480"/>
            <a:ext cx="38862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42631" y="5129784"/>
            <a:ext cx="35570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40AF"/>
                </a:solidFill>
                <a:latin typeface="Arial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42631" y="5495544"/>
            <a:ext cx="3557016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30" b="0">
                <a:solidFill>
                  <a:srgbClr val="475569"/>
                </a:solidFill>
                <a:latin typeface="Arial"/>
              </a:rPr>
              <a:t>This proves the project supports content authoring, not only course viewing.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5486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Arial"/>
              </a:rPr>
              <a:t>MiniLMS | Fundamental Project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Arial"/>
              </a:rPr>
              <a:t>Student Learning and Progress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4241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569"/>
                </a:solidFill>
                <a:latin typeface="Arial"/>
              </a:rPr>
              <a:t>Progress is calculated from completed lesson records.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1018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6217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8_sequence_enrollment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45425"/>
            <a:ext cx="6217920" cy="35329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69480" y="1664208"/>
            <a:ext cx="4114800" cy="3154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550">
                <a:solidFill>
                  <a:srgbClr val="0F172A"/>
                </a:solidFill>
                <a:latin typeface="Arial"/>
              </a:defRPr>
            </a:pPr>
            <a:r>
              <a:t>Student opens Course Detail and enrolls.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550">
                <a:solidFill>
                  <a:srgbClr val="0F172A"/>
                </a:solidFill>
                <a:latin typeface="Arial"/>
              </a:defRPr>
            </a:pPr>
            <a:r>
              <a:t>System creates one row in `enrollments`.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550">
                <a:solidFill>
                  <a:srgbClr val="0F172A"/>
                </a:solidFill>
                <a:latin typeface="Arial"/>
              </a:defRPr>
            </a:pPr>
            <a:r>
              <a:t>Student opens Lesson Player.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550">
                <a:solidFill>
                  <a:srgbClr val="0F172A"/>
                </a:solidFill>
                <a:latin typeface="Arial"/>
              </a:defRPr>
            </a:pPr>
            <a:r>
              <a:t>Completing a lesson inserts into `lesson_completions`.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550">
                <a:solidFill>
                  <a:srgbClr val="0F172A"/>
                </a:solidFill>
                <a:latin typeface="Arial"/>
              </a:defRPr>
            </a:pPr>
            <a:r>
              <a:t>Progress = completed lessons / total lessons × 100.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4846320"/>
            <a:ext cx="3794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34072" y="4992624"/>
            <a:ext cx="34655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40AF"/>
                </a:solidFill>
                <a:latin typeface="Arial"/>
              </a:rPr>
              <a:t>Important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34072" y="5358383"/>
            <a:ext cx="3465576" cy="21031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30" b="0">
                <a:solidFill>
                  <a:srgbClr val="475569"/>
                </a:solidFill>
                <a:latin typeface="Arial"/>
              </a:rPr>
              <a:t>The system knows which lessons were completed, not only the final percentage.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5486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Arial"/>
              </a:rPr>
              <a:t>MiniLMS | Fundamental Project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Arial"/>
              </a:rPr>
              <a:t>Administration and Role-Based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4241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569"/>
                </a:solidFill>
                <a:latin typeface="Arial"/>
              </a:rPr>
              <a:t>Administrator functions complete the three-role LMS model.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1018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5303520" cy="3291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Dashboard shows role-specific data after sign in.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Admin page shows users, courses, enrollments, and completed enrollments.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Role distribution table supports quick system overview.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User table allows role update for platform management.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Self role change is blocked to avoid losing admin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691640"/>
            <a:ext cx="4297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93992" y="1837944"/>
            <a:ext cx="39684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172A"/>
                </a:solidFill>
                <a:latin typeface="Arial"/>
              </a:rPr>
              <a:t>Frontend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3992" y="2203704"/>
            <a:ext cx="3968496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30" b="0">
                <a:solidFill>
                  <a:srgbClr val="475569"/>
                </a:solidFill>
                <a:latin typeface="Arial"/>
              </a:rPr>
              <a:t>Protected routes control which screens each role can open.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2834640"/>
            <a:ext cx="4297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93992" y="2980944"/>
            <a:ext cx="39684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40AF"/>
                </a:solidFill>
                <a:latin typeface="Arial"/>
              </a:rPr>
              <a:t>Database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3992" y="3346704"/>
            <a:ext cx="3968496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30" b="0">
                <a:solidFill>
                  <a:srgbClr val="475569"/>
                </a:solidFill>
                <a:latin typeface="Arial"/>
              </a:rPr>
              <a:t>Access policies check important read and write operations at database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3977639"/>
            <a:ext cx="4297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93992" y="4123944"/>
            <a:ext cx="39684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172A"/>
                </a:solidFill>
                <a:latin typeface="Arial"/>
              </a:rPr>
              <a:t>Data integrity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3992" y="4489704"/>
            <a:ext cx="3968496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30" b="0">
                <a:solidFill>
                  <a:srgbClr val="475569"/>
                </a:solidFill>
                <a:latin typeface="Arial"/>
              </a:rPr>
              <a:t>Foreign keys, unique constraints, and cascade delete prevent invalid or orphaned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5486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Arial"/>
              </a:rPr>
              <a:t>MiniLMS | Fundamental Project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Arial"/>
              </a:rPr>
              <a:t>Implementation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4241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569"/>
                </a:solidFill>
                <a:latin typeface="Arial"/>
              </a:rPr>
              <a:t>The main modules were implemented and tested with prepared demo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1018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572768"/>
          <a:ext cx="6720839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Module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75569"/>
                          </a:solidFill>
                          <a:latin typeface="Arial"/>
                        </a:rPr>
                        <a:t>Authentication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75569"/>
                          </a:solidFill>
                          <a:latin typeface="Arial"/>
                        </a:rPr>
                        <a:t>Sign in, sign up, sign out, profile loading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75569"/>
                          </a:solidFill>
                          <a:latin typeface="Arial"/>
                        </a:rPr>
                        <a:t>Course catalog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75569"/>
                          </a:solidFill>
                          <a:latin typeface="Arial"/>
                        </a:rPr>
                        <a:t>Search, category filter, level filter, course detail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75569"/>
                          </a:solidFill>
                          <a:latin typeface="Arial"/>
                        </a:rPr>
                        <a:t>Course management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75569"/>
                          </a:solidFill>
                          <a:latin typeface="Arial"/>
                        </a:rPr>
                        <a:t>Create, edit, delete, preview courses and lessons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75569"/>
                          </a:solidFill>
                          <a:latin typeface="Arial"/>
                        </a:rPr>
                        <a:t>Learning workflow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75569"/>
                          </a:solidFill>
                          <a:latin typeface="Arial"/>
                        </a:rPr>
                        <a:t>Enroll, open lessons, mark complete, update progress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75569"/>
                          </a:solidFill>
                          <a:latin typeface="Arial"/>
                        </a:rPr>
                        <a:t>Administration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75569"/>
                          </a:solidFill>
                          <a:latin typeface="Arial"/>
                        </a:rPr>
                        <a:t>Statistics, role distribution, user role update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75569"/>
                          </a:solidFill>
                          <a:latin typeface="Arial"/>
                        </a:rPr>
                        <a:t>Storage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75569"/>
                          </a:solidFill>
                          <a:latin typeface="Arial"/>
                        </a:rPr>
                        <a:t>Course cover upload and public URL saving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18120" y="1691640"/>
            <a:ext cx="3474720" cy="2834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450">
                <a:solidFill>
                  <a:srgbClr val="0F172A"/>
                </a:solidFill>
                <a:latin typeface="Arial"/>
              </a:defRPr>
            </a:pPr>
            <a:r>
              <a:t>Lint and production build passed.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450">
                <a:solidFill>
                  <a:srgbClr val="0F172A"/>
                </a:solidFill>
                <a:latin typeface="Arial"/>
              </a:defRPr>
            </a:pPr>
            <a:r>
              <a:t>Seed data prepares three demo accounts.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450">
                <a:solidFill>
                  <a:srgbClr val="0F172A"/>
                </a:solidFill>
                <a:latin typeface="Arial"/>
              </a:defRPr>
            </a:pPr>
            <a:r>
              <a:t>Database schema includes tables, constraints, triggers, storage bucket, and access rules.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450">
                <a:solidFill>
                  <a:srgbClr val="0F172A"/>
                </a:solidFill>
                <a:latin typeface="Arial"/>
              </a:defRPr>
            </a:pPr>
            <a:r>
              <a:t>The app uses real Supabase data, not mock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5486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Arial"/>
              </a:rPr>
              <a:t>MiniLMS | Fundamental Project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Arial"/>
              </a:rPr>
              <a:t>Conclusion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4241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569"/>
                </a:solidFill>
                <a:latin typeface="Arial"/>
              </a:rPr>
              <a:t>MiniLMS meets the core requirement of a complete web application with front-end and back-end.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10185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5623560" cy="3108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Completed a small LMS with three roles: student, instructor, and administrator.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Implemented real authentication, database relationships, storage upload, and learning progress tracking.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Prepared UML diagrams, ERD, report, seed data, and live demo flow.</a:t>
            </a:r>
          </a:p>
          <a:p>
            <a:pPr>
              <a:lnSpc>
                <a:spcPct val="108000"/>
              </a:lnSpc>
              <a:spcAft>
                <a:spcPts val="6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The project is explainable from requirement to UI, database, and testing result.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1737360"/>
            <a:ext cx="3977639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59752" y="1883664"/>
            <a:ext cx="36484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40AF"/>
                </a:solidFill>
                <a:latin typeface="Arial"/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9752" y="2249424"/>
            <a:ext cx="3648456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1230" b="0">
                <a:solidFill>
                  <a:srgbClr val="475569"/>
                </a:solidFill>
                <a:latin typeface="Arial"/>
              </a:rPr>
              <a:t>Quizzes, assignments, grading, certificates, comments, notifications, analytics, file attachments, and automated tests.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5486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Arial"/>
              </a:rPr>
              <a:t>MiniLMS | Fundamental Project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0528"/>
            <a:ext cx="457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1135</Words>
  <Application>Microsoft Macintosh PowerPoint</Application>
  <PresentationFormat>Widescreen</PresentationFormat>
  <Paragraphs>151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2026-06-03T08:36:59Z</dcterms:modified>
  <cp:category/>
</cp:coreProperties>
</file>